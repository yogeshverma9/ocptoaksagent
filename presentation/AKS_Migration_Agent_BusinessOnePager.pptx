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412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AKS Migration Agent — Executive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66928"/>
            <a:ext cx="8778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C9D6EA"/>
                </a:solidFill>
                <a:latin typeface="Segoe UI"/>
              </a:rPr>
              <a:t>~9 engineer days saved per app · 12 blocking defects intercepted per shipped app · reversible pilot · human-approved cutover.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2735" y="228600"/>
            <a:ext cx="2788920" cy="502920"/>
          </a:xfrm>
          <a:prstGeom prst="roundRect">
            <a:avLst>
              <a:gd name="adj" fmla="val 25000"/>
            </a:avLst>
          </a:prstGeom>
          <a:solidFill>
            <a:srgbClr val="B0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ASK: 6-WEEK PILOT · 5–10 APPS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07D0E"/>
                </a:solidFill>
                <a:latin typeface="Segoe UI"/>
              </a:rPr>
              <a:t>~9 days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engineer time saved per app vs. today's ~10-day manual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876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07D0E"/>
                </a:solidFill>
                <a:latin typeface="Segoe UI"/>
              </a:rPr>
              <a:t>~90%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cycle-time reduction per app; ~2 FTE-years across a ~50-app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5432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07D0E"/>
                </a:solidFill>
                <a:latin typeface="Segoe UI"/>
              </a:rPr>
              <a:t>12 / 14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BLOCK / HIGH defects caught in an already-deployed human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5988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07D0E"/>
                </a:solidFill>
                <a:latin typeface="Segoe UI"/>
              </a:rPr>
              <a:t>~600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blocking defects extrapolated to be intercepted across the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6544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07D0E"/>
                </a:solidFill>
                <a:latin typeface="Segoe UI"/>
              </a:rPr>
              <a:t>$0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cluster or per-seat cost — no cluster writes, LLM is swappable/on-prem-capable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069848"/>
            <a:ext cx="73152" cy="2491740"/>
          </a:xfrm>
          <a:prstGeom prst="rect">
            <a:avLst/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2B2B"/>
                </a:solidFill>
                <a:latin typeface="Segoe UI"/>
              </a:rPr>
              <a:t>THE BUSINESS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OCP→AKS migrations today are manual, per-app engineering — no repeatable scorecard, no audit trail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Even senior-led migrations ship production defects: committed secrets, root containers, CronJobs silently missing in 4 of 5 environments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No way today to say on paper ‘this migrated app is ready to run in AKS’ — only ‘the engineer thinks it is’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4106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4106" y="1069848"/>
            <a:ext cx="73152" cy="249174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B34"/>
                </a:solidFill>
                <a:latin typeface="Segoe UI"/>
              </a:rPr>
              <a:t>SAVINGS PER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Discovery + audit: 3–5 days today → ~1 hour (auto-generated Migration Workbook)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Manifest &amp; pipeline rewrite: 4–7 days today → minutes to draft; engineer reviews NEEDS_REVIEW items only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Post-cutover defect firefighting: ~3 days per app avoided — defects caught pre-merge as BLOCK / HIGH findings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TOTAL: ~10 engineer days per app → ~1 engineer day — the biggest saving is the incidents that don't happen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3892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3892" y="1069848"/>
            <a:ext cx="73152" cy="24917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8484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AT SCALE (~50-APP BACKLOG)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~450 engineer days saved = ~2 FTE-years redirected from repetitive audit work to migration-judgement work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~600 blocking defects extrapolated to be intercepted before cutover, instead of surfacing as production incidents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Onboarding a new app = a YAML change, not new code — throughput bounded by review capacity, not by the tool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Same rule catalogue, same scoring, every app — consistent audit story across the entire migration programme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689604"/>
            <a:ext cx="73152" cy="2491740"/>
          </a:xfrm>
          <a:prstGeom prst="rect">
            <a:avLst/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B3E96"/>
                </a:solidFill>
                <a:latin typeface="Segoe UI"/>
              </a:rPr>
              <a:t>ERRORS WE PREVENT (RULE-BACKED)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Committed prod secrets in values files (M3); root or world-writable containers (M8)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Env-parity gaps — resources present in some envs, silently missing from others (M2)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Missing HPAs on Deployments (M6); missing/misconfigured TLS on Routes/Ingress (T1)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Residual OCP hostnames (V6); forbidden OpenShift APIs — Route, DeploymentConfig, ImageStream, BuildConfig (T1, T9, T10, T11)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4106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4106" y="3689604"/>
            <a:ext cx="73152" cy="24917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698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GOVERNANCE &amp; RISK POSTURE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8698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Source mounted read-only — no cluster writes, no git pushes; structurally cannot modify your input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Verdict decided by rule severities only; LLM output never contributes to AUTO_APPROVE / NEEDS_REVIEW / BLOCK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LLM is swappable: Ollama on-prem, Azure OpenAI, OpenAI, Anthropic — data residency stays your call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Freeze mode = byte-identical output on repeat runs — the audit/compliance 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3892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3892" y="3689604"/>
            <a:ext cx="73152" cy="2491740"/>
          </a:xfrm>
          <a:prstGeom prst="rect">
            <a:avLst/>
          </a:prstGeom>
          <a:solidFill>
            <a:srgbClr val="B0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8484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07D0E"/>
                </a:solidFill>
                <a:latin typeface="Segoe UI"/>
              </a:rPr>
              <a:t>THE 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Sponsor a bounded 6-week pilot on 5–10 apps from the current OCP→AKS backlog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We deliver: migration workbook + draft AKS chart + CI/CD pipeline + verdict + fidelity score, per app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You provide: read-access to 5–10 repos, ~20% of one engineer's time to validate NEEDS_REVIEW items, a go/no-go decision at the end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Downside if we stop: zero (nothing pushed, nothing applied). Downside of doing nothing: keep paying ~9 engineer days per app and shipping the same defects.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