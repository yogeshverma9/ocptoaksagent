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84124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AKS Migration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66928"/>
            <a:ext cx="8412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C9D6EA"/>
                </a:solidFill>
                <a:latin typeface="Segoe UI"/>
              </a:rPr>
              <a:t>AI-assisted, reference-driven OpenShift → Azure Kubernetes Service migration — a mandatory LLM refines every file, with byte-for-byte idempotent output once confirmed.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82735" y="228600"/>
            <a:ext cx="2788920" cy="502920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LLM-MANDATORY · IDEMPOTENT BY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B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17+LLM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deterministic rules (8 transform + 9 remediate) plus a mandatory LLM refine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876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9/15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files the LLM safely improved this run; 6 failed validation and were auto-reverted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5432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12B/14H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BLOCK/HIGH defects found in an already-deployed, human-verified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5988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86.3%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fidelity vs. the human-authored AKS branch (target ≥ 90%)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6544" y="6327648"/>
            <a:ext cx="2240828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078D4"/>
                </a:solidFill>
                <a:latin typeface="Segoe UI"/>
              </a:rPr>
              <a:t>~30s</a:t>
            </a:r>
          </a:p>
          <a:p>
            <a:pPr algn="ctr">
              <a:spcAft>
                <a:spcPts val="200"/>
              </a:spcAft>
            </a:pPr>
            <a:r>
              <a:rPr sz="750" b="0" i="0">
                <a:solidFill>
                  <a:srgbClr val="D4DCEA"/>
                </a:solidFill>
                <a:latin typeface="Segoe UI"/>
              </a:rPr>
              <a:t>to replay a frozen result vs. ~25 min to generate fresh — confirm once, reproduce forever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069848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069848"/>
            <a:ext cx="73152" cy="2491740"/>
          </a:xfrm>
          <a:prstGeom prst="rect">
            <a:avLst/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143000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C02B2B"/>
                </a:solidFill>
                <a:latin typeface="Segoe UI"/>
              </a:rPr>
              <a:t>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1453896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Manual OCP→AKS migrations are slow, inconsistent, and hard to audit across dozens of apps/environments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Careful, already-deployed human migrations still hide production-blocking defects (root containers, committed secrets, missing probes)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No repeatable, scorable way to prove a migration is safe before cutover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4106" y="1069848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4106" y="1069848"/>
            <a:ext cx="73152" cy="24917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8698" y="1143000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078D4"/>
                </a:solidFill>
                <a:latin typeface="Segoe UI"/>
              </a:rPr>
              <a:t>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698" y="1453896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Seven-stage agent loop: Discover → Transform → Remediate → Refine (LLM, mandatory) → Render → Validate → Judge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The LLM only reviews files the deterministic rules already flagged — it never roams free over the repo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Config-driven: onboard a new app/environment via YAML — zero code changes. Storage/network → Azure mapping tables + auto-generated Migration Workbook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3892" y="1069848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3892" y="1069848"/>
            <a:ext cx="73152" cy="2491740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8484" y="1143000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E7B34"/>
                </a:solidFill>
                <a:latin typeface="Segoe UI"/>
              </a:rPr>
              <a:t>PROVEN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8484" y="1453896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Benchmarked against a real, human-verified Spark migration (BillingDevOps_PDFGenerator)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Finds defects the human migration missed: committed prod secret, root-user container, CronJobs silently dropped in 4/5 environments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Never guesses — flags NEEDS_INPUT (e.g. target ACR, ingress host) instead of fabricating values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689604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689604"/>
            <a:ext cx="73152" cy="2491740"/>
          </a:xfrm>
          <a:prstGeom prst="rect">
            <a:avLst/>
          </a:prstGeom>
          <a:solidFill>
            <a:srgbClr val="5B3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762756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5B3E96"/>
                </a:solidFill>
                <a:latin typeface="Segoe UI"/>
              </a:rPr>
              <a:t>GOVERNANCE &amp;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073652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Source repo mounted read-only — structurally cannot modify your input; no cluster writes, no git pushes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The LLM may generate file content directly, but every edit is re-validated after the fact — a failed edit reverts to the deterministic output, never silently kept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Confirm once, freeze the result: idempotent output is reproducible byte-for-byte on every future 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4106" y="3689604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4106" y="3689604"/>
            <a:ext cx="73152" cy="24917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698" y="3762756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0E7C86"/>
                </a:solidFill>
                <a:latin typeface="Segoe UI"/>
              </a:rPr>
              <a:t>EVERY RUN DELIVERS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8698" y="4073652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validation.md — human-readable report for review boards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diff.patch + rendered/ — PR-ready migrated artefacts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migration_workbook.md/.csv — namespace/storage/network/database inventory and risk register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AUTO_APPROVE / NEEDS_REVIEW / BLOCK — a CI-gateable verdict, decided from rule severities, never from LLM 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3892" y="3689604"/>
            <a:ext cx="3783482" cy="24917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3892" y="3689604"/>
            <a:ext cx="73152" cy="2491740"/>
          </a:xfrm>
          <a:prstGeom prst="rect">
            <a:avLst/>
          </a:prstGeom>
          <a:solidFill>
            <a:srgbClr val="B07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8484" y="3762756"/>
            <a:ext cx="350916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B07D0E"/>
                </a:solidFill>
                <a:latin typeface="Segoe UI"/>
              </a:rPr>
              <a:t>ROADMAP &amp; THE 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8484" y="4073652"/>
            <a:ext cx="3509162" cy="20345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Now: mandatory LLM + idempotent freeze proven end-to-end on a real production app (Phase 1 target: ≥ 90% fidelity)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Next: evaluate hosted model providers for quality/speed, widen rule/mapping coverage, Connected mode (live cluster dry-run + RBAC checks)</a:t>
            </a:r>
          </a:p>
          <a:p>
            <a:pPr algn="l">
              <a:spcAft>
                <a:spcPts val="400"/>
              </a:spcAft>
            </a:pPr>
            <a:r>
              <a:rPr sz="930" b="0" i="0">
                <a:solidFill>
                  <a:srgbClr val="222222"/>
                </a:solidFill>
                <a:latin typeface="Segoe UI"/>
              </a:rPr>
              <a:t>•  Ask: sponsor a pilot across N additional applications; feedback on rule/mapping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